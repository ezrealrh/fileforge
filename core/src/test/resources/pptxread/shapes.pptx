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
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</p:presentation>
</file>

<file path=ppt/_rels/presentation.xml.rels><?xml version="1.0" encoding="UTF-8"?><Relationships xmlns="http://schemas.openxmlformats.org/package/2006/relationships">
 <Relationship Id="rId1" Type="http://schemas.openxmlformats.org/officeDocument/2006/relationships/slide" Target="slides/slide1.xml"/>
</Relationships>
</file>

<file path=ppt/slides/_rels/slide1.xml.rels><?xml version="1.0" encoding="UTF-8"?><Relationships xmlns="http://schemas.openxmlformats.org/package/2006/relationships">
 <Relationship Id="rId1" Type="http://schemas.openxmlformats.org/officeDocument/2006/relationships/slideLayout" Target="../slideLayouts/slideLayout1.xml"/>
 <Relationship Id="rId2" Type="http://schemas.openxmlformats.org/officeDocument/2006/relationships/hyperlink" Target="https://example.com/hand?x=1&amp;y=2" TargetMode="External"/>
 <Relationship Id="rId3" Type="http://schemas.openxmlformats.org/officeDocument/2006/relationships/slide" Target="slide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"/>
          <p:cNvSpPr/>
          <p:nvPr>
            <p:ph type="title"/>
          </p:nvPr>
        </p:nvSpPr>
        <p:spPr/>
        <p:txBody>
          <a:bodyPr/>
          <a:lstStyle/>
          <a:p>
            <a:pPr lvl="0">
              <a:buNone/>
            </a:pPr>
            <a:r>
              <a:t>形状清单</a:t>
            </a:r>
          </a:p>
        </p:txBody>
      </p:sp>
      <p:sp>
        <p:nvSpPr>
          <p:cNvPr id="3" name="B"/>
          <p:cNvSpPr/>
          <p:nvPr>
            <p:ph type="body" idx="1"/>
          </p:nvPr>
        </p:nvSpPr>
        <p:spPr/>
        <p:txBody>
          <a:bodyPr/>
          <a:lstStyle/>
          <a:p>
            <a:pPr lvl="0">
              <a:buNone/>
            </a:pPr>
            <a:r>
              <a:t>制表在这里：</a:t>
            </a:r>
            <a:tab/>
            <a:r>
              <a:rPr>
                <a:hlinkClick r:id="rId2"/>
              </a:rPr>
              <a:t>外部地址</a:t>
            </a:r>
            <a:r>
              <a:t>，段内跳</a:t>
            </a:r>
            <a:r>
              <a:rPr>
                <a:hlinkClick r:id="rId3"/>
              </a:rPr>
              <a:t>到这里</a:t>
            </a:r>
            <a:r>
              <a:t>。页码：</a:t>
            </a:r>
            <a:fld id="{X}" type="slidenum"/>
          </a:p>
          <a:p>
            <a:pPr lvl="0">
              <a:buChar char="•"/>
            </a:pPr>
            <a:r>
              <a:rPr u="sng"/>
              <a:t>带下划线的一条</a:t>
            </a:r>
          </a:p>
        </p:txBody>
      </p:sp>
      <p:graphicFrame>
        <p:nvGraphicFramePr>
          <p:cNvPr id="4" name="F"/>
          <p:cNvGraphicFramePr/>
          <p:nvPr>
            <p:ph idx="1"/>
          </p:nvPr>
        </p:nvGraphicFramePr>
        <p:xfrm/>
        <a:graphic>
          <a:graphicData uri="http://schemas.openxmlformats.org/drawingml/2006/table">
            <a:tbl>
              <a:tblPr firstRow="1"/>
              <a:tblGrid>
                <a:gridCol w="100"/>
                <a:gridCol w="100"/>
                <a:gridCol w="100"/>
                <a:gridCol w="100"/>
              </a:tblGrid>
              <a:tr h="100">
                <a:tc gridSpan="2">
                  <a:txBody>
                    <a:bodyPr/>
                    <a:p>
                      <a:r>
                        <a:t>甲</a:t>
                      </a:r>
                    </a:p>
                  </a:txBody>
                </a:tc>
                <a:tc gridSpan="2">
                  <a:txBody>
                    <a:bodyPr/>
                    <a:p>
                      <a:r>
                        <a:t>跨两列</a:t>
                      </a:r>
                    </a:p>
                  </a:txBody>
                  <a:tcPr>
                    <a:hMerge/>
                  </a:tcPr>
                </a:tc>
                <a:tc hMerge="1">
                  <a:txBody>
                    <a:bodyPr/>
                    <a:p>
                      <a:r>
                        <a:t/>
                      </a:r>
                    </a:p>
                  </a:txBody>
                </a:tc>
              </a:tr>
              <a:tr h="100">
                <a:tc rowSpan="2">
                  <a:txBody>
                    <a:bodyPr/>
                    <a:p>
                      <a:r>
                        <a:t>竖合并</a:t>
                      </a:r>
                    </a:p>
                  </a:txBody>
                  <a:tcPr>
                    <a:vMerge/>
                  </a:tcPr>
                </a:tc>
                <a:tc>
                  <a:txBody>
                    <a:bodyPr/>
                    <a:p>
                      <a:r>
                        <a:t>二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三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四</a:t>
                      </a:r>
                    </a:p>
                  </a:txBody>
                </a:tc>
              </a:tr>
              <a:tr h="100">
                <a:tc vMerge="1">
                  <a:txBody>
                    <a:bodyPr/>
                    <a:p>
                      <a:r>
                        <a:t/>
                      </a:r>
                    </a:p>
                  </a:txBody>
                </a:tc>
                <a:tc>
                  <a:txBody>
                    <a:bodyPr/>
                    <a:p>
                      <a:r>
                        <a:t>五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六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七</a:t>
                      </a:r>
                    </a:p>
                  </a:txBody>
                </a:tc>
              </a:tr>
            </a:tbl>
          </a:graphicData>
        </a:graphic>
      </p:graphicFrame>
      <p:graphicFrame>
        <p:nvGraphicFramePr>
          <p:cNvPr id="6" name="G"/>
          <p:cNvGraphicFramePr/>
          <p:nvPr>
            <p:ph idx="5"/>
          </p:nvPr>
        </p:nvGraphicFramePr>
        <p:xfrm/>
        <a:graphic>
          <a:graphicData uri="http://schemas.openxmlformats.org/drawingml/2006/table">
            <a:tbl>
              <a:tblGrid>
                <a:gridCol w="100"/>
                <a:gridCol w="100"/>
              </a:tblGrid>
              <a:tr h="100">
                <a:tc>
                  <a:txBody>
                    <a:bodyPr/>
                    <a:p>
                      <a:r>
                        <a:t>没有表头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甲</a:t>
                      </a:r>
                    </a:p>
                  </a:txBody>
                </a:tc>
              </a:tr>
            </a:tbl>
          </a:graphicData>
        </a:graphic>
      </p:graphicFrame>
      <p:pic>
        <p:nvPicPr>
          <p:cNvPr id="8" name="P"/>
          <p:cNvPicPr/>
          <p:nvPr/>
        </p:nvPicPr>
        <p:spPr/>
      </p:pic>
      <p:sp>
        <p:nvSpPr>
          <p:cNvPr id="9" name="C"/>
          <p:cNvSpPr/>
          <p:nvPr>
            <p:ph type="chart" idx="3"/>
          </p:nvPr>
        </p:nvSpPr>
        <p:spPr/>
        <p:txBody>
          <a:bodyPr/>
          <a:lstStyle/>
          <a:p>
            <a:endParaRPr/>
          </a:p>
        </p:txBody>
      </p:sp>
    </p:spTree>
  </p:cSld>
</p:sld>
</file>