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example.com/a?x=1&amp;y=2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xample.com/b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简报标题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第一页 甲 &amp; 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段落里有</a:t>
            </a:r>
            <a:r>
              <a:rPr b="1"/>
              <a:t>粗体</a:t>
            </a:r>
            <a:r>
              <a:rPr/>
              <a:t>、</a:t>
            </a:r>
            <a:r>
              <a:rPr i="1"/>
              <a:t>斜体</a:t>
            </a:r>
            <a:r>
              <a:rPr/>
              <a:t>、</a:t>
            </a:r>
            <a:r>
              <a:rPr>
                <a:latin typeface="Courier"/>
              </a:rPr>
              <a:t>行内代码</a:t>
            </a:r>
            <a:r>
              <a:rPr/>
              <a:t>，还有</a:t>
            </a:r>
            <a:r>
              <a:rPr>
                <a:hlinkClick r:id="rId2"/>
              </a:rPr>
              <a:t>一个链接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段落里换行接着写。</a:t>
            </a:r>
          </a:p>
          <a:p>
            <a:pPr lvl="0"/>
            <a:r>
              <a:rPr/>
              <a:t>圆点一</a:t>
            </a:r>
          </a:p>
          <a:p>
            <a:pPr lvl="0"/>
            <a:r>
              <a:rPr/>
              <a:t>圆点二</a:t>
            </a:r>
          </a:p>
          <a:p>
            <a:pPr lvl="1"/>
            <a:r>
              <a:rPr/>
              <a:t>嵌套的圆点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只有小标题的一页</a:t>
            </a:r>
          </a:p>
          <a:p>
            <a:pPr lvl="0" indent="-342900" marL="342900">
              <a:buAutoNum type="arabicPeriod"/>
            </a:pPr>
            <a:r>
              <a:rPr/>
              <a:t>编号一</a:t>
            </a:r>
          </a:p>
          <a:p>
            <a:pPr lvl="0" indent="-342900" marL="342900">
              <a:buAutoNum type="arabicPeriod"/>
            </a:pPr>
            <a:r>
              <a:rPr/>
              <a:t>编号二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引用的一句话</a:t>
            </a:r>
          </a:p>
          <a:p>
            <a:pPr lvl="0" indent="0" marL="0">
              <a:buNone/>
            </a:pPr>
            <a:r>
              <a:rPr strike="sngStrike"/>
              <a:t>旧说法</a:t>
            </a:r>
            <a:r>
              <a:rPr/>
              <a:t>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带</a:t>
            </a:r>
            <a:r>
              <a:rPr>
                <a:hlinkClick r:id="rId2"/>
              </a:rPr>
              <a:t>链接的点</a:t>
            </a:r>
          </a:p>
          <a:p>
            <a:pPr lvl="0"/>
            <a:r>
              <a:rPr/>
              <a:t>最后一项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简报标题</dc:title>
  <dc:creator/>
  <cp:keywords/>
  <dcterms:created xsi:type="dcterms:W3CDTF">2026-09-27T11:38:35Z</dcterms:created>
  <dcterms:modified xsi:type="dcterms:W3CDTF">2026-09-27T11:38:35Z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