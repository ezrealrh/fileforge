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只有字的一页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一句普通的话。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又一页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只有一条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2026-09-27T11:38:35Z</dcterms:created>
  <dcterms:modified xsi:type="dcterms:W3CDTF">2026-09-27T11:38:35Z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