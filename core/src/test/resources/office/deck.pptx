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2"/>
    <p:sldId id="257" r:id="rId3"/>
  </p:sldIdLst>
</p:presentation>
</file>

<file path=ppt/_rels/presentation.xml.rels><?xml version="1.0" encoding="UTF-8" standalone="yes"?>
<Relationships xmlns="http://schemas.openxmlformats.org/package/2006/relationships"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nvSpPr/>
        <p:spPr/>
        <p:txBody>
          <a:p>
            <a:r>
              <a:t>第一页标题</a:t>
            </a:r>
          </a:p>
          <a:p>
            <a:r>
              <a:t>副标题</a:t>
            </a:r>
          </a:p>
        </p:txBody>
      </p:sp>
      <p:sp>
        <p:nvSpPr/>
        <p:spPr/>
        <p:txBody>
          <a:p>
            <a:r>
              <a:t>右下角备注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graphicFrame>
        <a:graphic>
          <a:graphicData>
            <a:tbl>
              <a:tr>
                <a:tc>
                  <a:txBody>
                    <a:p>
                      <a:r>
                        <a:t>列一</a:t>
                      </a:r>
                    </a:p>
                  </a:txBody>
                </a:tc>
                <a:tc>
                  <a:txBody>
                    <a:p>
                      <a:r>
                        <a:t>列二</a:t>
                      </a:r>
                    </a:p>
                  </a:txBody>
                </a:tc>
              </a:tr>
              <a:tr>
                <a:tc>
                  <a:txBody>
                    <a:p>
                      <a:r>
                        <a:t>1</a:t>
                      </a:r>
                    </a:p>
                  </a:txBody>
                </a:tc>
                <a:tc>
                  <a:txBody>
                    <a:p>
                      <a:r>
                        <a:t>2</a:t>
                      </a:r>
                    </a:p>
                  </a:txBody>
                </a:tc>
              </a:tr>
            </a:tbl>
          </a:graphicData>
        </a:graphic>
      </p:graphicFrame>
      <p:sp>
        <p:nvSpPr/>
        <p:spPr/>
        <p:txBody>
          <a:p>
            <a:fld id="{B}" type="slidenumber">
              <a:t>2</a:t>
            </a:fld>
          </a:p>
        </p:txBody>
      </p:sp>
    </p:spTree>
  </p:cSld>
</p:sld>
</file>